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0A643-2947-8FB0-FC36-C5AF1E7D20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649797-D54D-B363-0932-84355646FC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58350-9434-BAD8-810F-C6A3D4C4C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75B2B-827E-4EDE-8646-C7382F5A0C6D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848FC-6049-11CA-E959-50DFEC1C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832E0-691F-B6D8-4441-997421A53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859F2-735B-4B8C-98C9-BAFEF011F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1845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9563A-2A07-4CDB-741F-3C6132D99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46AB1-A289-A811-96F4-11DB6F16E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5D6B0-2638-73B0-3D31-A8053ADE4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75B2B-827E-4EDE-8646-C7382F5A0C6D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2C8F4-F965-EDF8-E2F0-7E46A0F66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F4ED0-096D-FB4C-9ED8-9A418EE0C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859F2-735B-4B8C-98C9-BAFEF011F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2572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BAA6C-6F7B-C24B-BC36-146F55B38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3B8390-5EA8-27F4-6FAF-EB7E834BF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986B86-BC64-1499-D929-534AB61FA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75B2B-827E-4EDE-8646-C7382F5A0C6D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31EF7-F676-B3EF-96AE-558F68461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A8C21-5256-CD44-21FC-FEAFDA2B7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859F2-735B-4B8C-98C9-BAFEF011F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712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E1AC3-975C-A5EA-3F3D-192FDFACE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30146-F1B4-2A69-3389-9B943C06AD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DCDB30-1416-87AE-1D71-4768809732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BDEEA7-135F-8166-84E9-AB294BD42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75B2B-827E-4EDE-8646-C7382F5A0C6D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553200-BFFF-16B1-F627-8BFC94E4D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44BF9-B0EB-273E-011A-466A72FFF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859F2-735B-4B8C-98C9-BAFEF011F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3952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B2F73-562E-422C-8702-47BA0DA92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F5F584-C5E7-E407-6709-D80A0ED2E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2CD30F-2A7C-43E2-C9A7-C70EB12EC3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43DB24-EB37-A78C-26EF-93DD34DE52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8EFD0F-0461-00A2-C59B-06E25006E7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F78028-6F99-313A-BE50-313FCE886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75B2B-827E-4EDE-8646-C7382F5A0C6D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D291D8-21AC-B078-9586-7C3D11D5A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044310-0D1C-207D-ECBC-038899793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859F2-735B-4B8C-98C9-BAFEF011F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041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F5302-7021-89F3-D300-95F2E86CB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B277FC-EDB6-CF24-E870-E43FB11D0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75B2B-827E-4EDE-8646-C7382F5A0C6D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4996EC-EBDC-E92B-2D65-3152121E3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F31FAD-4187-46C8-C4FA-B15B26200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859F2-735B-4B8C-98C9-BAFEF011F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6617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1D3F8C-8684-9420-A856-C82563A6F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75B2B-827E-4EDE-8646-C7382F5A0C6D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A67395-A417-E8E9-E200-CF9F12762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A90110-6345-7FF7-B3B9-49D977087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859F2-735B-4B8C-98C9-BAFEF011F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8030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6D815-DD52-AFB0-6A50-E61EB952E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AC26B-7531-A30B-9975-3EA231F5A2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37B518-E6C6-2A43-6F01-C068010C28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2E08EA-8AFC-5F27-E534-83CF2BDCC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75B2B-827E-4EDE-8646-C7382F5A0C6D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B92D15-77A8-BF69-09CB-86FE709FE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DB83D6-8CFD-3862-DA9B-16A79D7D2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859F2-735B-4B8C-98C9-BAFEF011F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5577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A97D2-DEB5-2328-0810-53772D428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05320A-F55D-12C8-2D45-DDCBBA8F63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6D163C-5C6C-D1F7-7B22-6BD98CEF75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71A5B-9305-5120-2F72-EFE7B1790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75B2B-827E-4EDE-8646-C7382F5A0C6D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E65130-973C-CF4A-D7C4-44590B2E9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81F258-E713-883D-C957-CFD90EAA2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859F2-735B-4B8C-98C9-BAFEF011F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1731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D926A-CE41-5C68-EC9A-CF69B8BD5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E17C5E-F5FA-22D5-6375-21A5712CF6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0EB902-E7DA-44FB-4A9D-E0528871E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75B2B-827E-4EDE-8646-C7382F5A0C6D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C4851-B516-B1AC-7A19-DDC032656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91155C-6D48-3CE4-E97B-05AC3CBD0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859F2-735B-4B8C-98C9-BAFEF011F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56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3F6CB3-D852-6511-3351-F5011F4258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BFB3A3-FEEA-1D37-12A8-3747F73A45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E29E5-4BCF-3929-C285-D512687AC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75B2B-827E-4EDE-8646-C7382F5A0C6D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3FA9A-B9CC-EE76-775F-FCC6D520B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BEAE2-C430-948A-4386-080F32D81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859F2-735B-4B8C-98C9-BAFEF011F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3949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8D69BE-E884-054C-C121-073A283EC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E7D899-EBBB-DC93-5D63-E994E90BD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B6F494-2A3C-A99C-ADE3-94760C4817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975B2B-827E-4EDE-8646-C7382F5A0C6D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F1916-B185-0DFF-7A1A-AA67519303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BA8A8-1E59-C5C5-2C61-9DF0B27819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A859F2-735B-4B8C-98C9-BAFEF011F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235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53A05-2688-2413-BF47-3039F31B92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This project about </a:t>
            </a:r>
            <a:r>
              <a:rPr lang="en-US" dirty="0" err="1"/>
              <a:t>createing</a:t>
            </a:r>
            <a:r>
              <a:rPr lang="en-US" dirty="0"/>
              <a:t> the website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94D7D2-EAE5-7566-5CA4-DCDB04BE96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4293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7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61083B-1E64-71BC-7CB4-B8424ABFD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0CEE5-EDC5-D042-3FFD-887705AB32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This is all about create the dashboard </a:t>
            </a:r>
            <a:r>
              <a:rPr lang="en-US"/>
              <a:t>and login id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29096F-455D-9092-F8FB-209DCD68A3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9891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This project about createing the website</vt:lpstr>
      <vt:lpstr>This is all about create the dashboard and login id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 RAHMAN</dc:creator>
  <cp:lastModifiedBy>ABDUL RAHMAN</cp:lastModifiedBy>
  <cp:revision>1</cp:revision>
  <dcterms:created xsi:type="dcterms:W3CDTF">2026-03-25T10:23:32Z</dcterms:created>
  <dcterms:modified xsi:type="dcterms:W3CDTF">2026-03-25T10:24:42Z</dcterms:modified>
</cp:coreProperties>
</file>